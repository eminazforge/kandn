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59C97A-A7FD-AE36-1124-133DE61A3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94A872-F4C2-DB53-E8D1-8EA4EB682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514258-44A0-5B08-6A7F-B7C433A0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FB52E8-E427-20E4-5A4B-8B99B442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99D182-E52A-10EB-8342-42E722C3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539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6A733-49AB-74C1-5B7B-79D9F851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9D5215-D0EC-01FC-43E7-F80D810D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438823-AF67-EF36-DF2E-E99F3943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D404D2-8993-0DB4-6BF8-7535563B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381477-45DA-26B5-9528-01DEC20F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00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C32513-5DA5-175C-0E5E-3C76F01F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1C64DE-49BC-0B0B-C1D4-91425822E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F70129-FEE2-A88D-B0F7-1CC78738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729579-1CC6-6835-461C-2EB10689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534DD1-3B7E-475F-2BD0-D0FBB4C1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322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47872-0FF3-9867-FC26-BDD4B6A7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FD89DF-D7B6-4DAF-0E77-9415974D0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D4C455-4ADE-0BD8-AB10-A60D50741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690EB9-EE40-D863-EC16-BA263AD07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A30C4E-3C5B-335A-1301-6AA39B37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699078-34F8-2B60-D75F-711FBFCB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255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A29B7D-5B28-FC33-BDA2-1C2A9C22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4AB9BC-CDB5-32AE-6C41-38596CE2A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6D6B73-65F1-4530-317B-35E94222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5D9CF4-9C99-4D43-F841-D9F78B03F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2CFAAF-610B-5545-2962-63B0E577F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8E14CD-DE1A-5D29-2C1B-D350D6C6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1E02B9-DF9F-78EB-A7AF-0D88DCCBF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529C6CE-EEFE-2CA4-E3C6-0B79A4AA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37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58DFA-13CE-C8EA-8085-FE340ED3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C61E8A-877A-4AE0-F2A0-92244CC5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0797F1-2E2B-0889-0E89-F0B3B4F0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30ED9-C24F-E770-0810-789BEC9F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87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97D9B9-D86A-41A7-DD8E-EAC61669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F69183-8AB6-C071-DBA7-EFCC4974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861C98-FED6-02ED-C0B4-713C8329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945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ADDFF-8754-F661-5563-16468129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3D6F54-1137-729E-B172-81FDB5C0D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DF2ADF-F065-0F6C-28F0-A048512E4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84B0D9-79B1-7256-557F-F14A1605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1C00F9-B2D3-17EE-19B6-6AD233C8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954853-E830-A086-7004-16F5D6A6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53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A22187-E8AA-7EA7-8913-25D92874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341EA0-821A-A583-8074-4650569CE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67A1A4-3AF8-863E-7E7E-8DE8412BE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F8C77D-AC18-F7E8-607F-4AE3439C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0FD0E6-1F15-110B-2A47-0B42046C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10104D-8677-C281-502F-887D6215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938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3D023-C346-09B2-DD6E-F33F7DA0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B9F4E7-2F33-8EA3-88A9-949A9870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759852-B448-6854-7834-09A515DD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5296A4-EA9C-E55A-E0A8-FCD64C8D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4B07DB-C7CB-0BA0-6C55-76B5FAFB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8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E9BF1E-799F-E742-7DAE-5F2E0F1D7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DCC4A6-4363-2A86-E4FA-B4830225B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6D6947-BAE1-B14C-8C10-0E2D0D51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D499AF-6A76-2CED-1798-082346C0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DF793-56E7-5D87-94E6-95AE9805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06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384C8E-EDF8-3EBA-5A38-305BA7E3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11D8F-FCD9-D935-4C6B-3CB48705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95BA97-65D2-5214-3520-AE6A0C004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05B3D-E245-4C0E-9CBC-D6A8F5EF6B40}" type="datetimeFigureOut">
              <a:rPr lang="de-DE" smtClean="0"/>
              <a:t>27.10.2025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846669-A0CD-089F-042A-52CDA0ADB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823F23-F58A-C14F-8059-7D4D53454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511E2-7B54-4BA6-9707-25DDC37D5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816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E713C97-2369-3E3E-530D-0AC178FA83E5}"/>
              </a:ext>
            </a:extLst>
          </p:cNvPr>
          <p:cNvSpPr/>
          <p:nvPr/>
        </p:nvSpPr>
        <p:spPr>
          <a:xfrm>
            <a:off x="1318260" y="674370"/>
            <a:ext cx="4236720" cy="54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890162-6754-24DF-AE7B-24D6D2500EDC}"/>
              </a:ext>
            </a:extLst>
          </p:cNvPr>
          <p:cNvSpPr/>
          <p:nvPr/>
        </p:nvSpPr>
        <p:spPr>
          <a:xfrm>
            <a:off x="3094380" y="5265420"/>
            <a:ext cx="72000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3A01233-466F-40C5-827B-BAB145F6BF9F}"/>
              </a:ext>
            </a:extLst>
          </p:cNvPr>
          <p:cNvSpPr/>
          <p:nvPr/>
        </p:nvSpPr>
        <p:spPr>
          <a:xfrm>
            <a:off x="3139440" y="5318760"/>
            <a:ext cx="624840" cy="617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FB0912B-C317-EBD6-28D4-41561EBDC239}"/>
              </a:ext>
            </a:extLst>
          </p:cNvPr>
          <p:cNvSpPr/>
          <p:nvPr/>
        </p:nvSpPr>
        <p:spPr>
          <a:xfrm>
            <a:off x="3094380" y="783630"/>
            <a:ext cx="72000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8B1940D-9058-AC56-EC2B-45706806A219}"/>
              </a:ext>
            </a:extLst>
          </p:cNvPr>
          <p:cNvSpPr/>
          <p:nvPr/>
        </p:nvSpPr>
        <p:spPr>
          <a:xfrm>
            <a:off x="3139440" y="836970"/>
            <a:ext cx="624840" cy="617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B140B26-DB20-7EDE-C36D-2C6BA012DC15}"/>
              </a:ext>
            </a:extLst>
          </p:cNvPr>
          <p:cNvSpPr/>
          <p:nvPr/>
        </p:nvSpPr>
        <p:spPr>
          <a:xfrm>
            <a:off x="3519150" y="6183630"/>
            <a:ext cx="1074420" cy="56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Base Item </a:t>
            </a:r>
            <a:r>
              <a:rPr lang="de-DE" sz="1400" dirty="0" err="1">
                <a:solidFill>
                  <a:schemeClr val="tx1"/>
                </a:solidFill>
              </a:rPr>
              <a:t>slot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2AFCE8C-F413-5F56-7A55-238CF3439C09}"/>
              </a:ext>
            </a:extLst>
          </p:cNvPr>
          <p:cNvCxnSpPr>
            <a:cxnSpLocks/>
          </p:cNvCxnSpPr>
          <p:nvPr/>
        </p:nvCxnSpPr>
        <p:spPr>
          <a:xfrm>
            <a:off x="3505200" y="5859780"/>
            <a:ext cx="259080" cy="32385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0886D676-A6C0-1705-271D-19A0C7DBB8F6}"/>
              </a:ext>
            </a:extLst>
          </p:cNvPr>
          <p:cNvSpPr/>
          <p:nvPr/>
        </p:nvSpPr>
        <p:spPr>
          <a:xfrm>
            <a:off x="5631180" y="394965"/>
            <a:ext cx="91440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Tablet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56986B4-CAC8-D02D-14F9-262F3E8C6A4B}"/>
              </a:ext>
            </a:extLst>
          </p:cNvPr>
          <p:cNvCxnSpPr>
            <a:cxnSpLocks/>
          </p:cNvCxnSpPr>
          <p:nvPr/>
        </p:nvCxnSpPr>
        <p:spPr>
          <a:xfrm flipV="1">
            <a:off x="5416530" y="661665"/>
            <a:ext cx="306090" cy="2876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AFF762D2-7985-DAED-AA7E-345E15506B43}"/>
              </a:ext>
            </a:extLst>
          </p:cNvPr>
          <p:cNvSpPr/>
          <p:nvPr/>
        </p:nvSpPr>
        <p:spPr>
          <a:xfrm>
            <a:off x="3677760" y="171450"/>
            <a:ext cx="132096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Final item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9D775B9-7BD6-DB6E-9B69-CF01E90BA98E}"/>
              </a:ext>
            </a:extLst>
          </p:cNvPr>
          <p:cNvCxnSpPr>
            <a:cxnSpLocks/>
          </p:cNvCxnSpPr>
          <p:nvPr/>
        </p:nvCxnSpPr>
        <p:spPr>
          <a:xfrm flipV="1">
            <a:off x="3696990" y="555263"/>
            <a:ext cx="264750" cy="3702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C80C8C14-F5A1-A9BC-D445-67CD5771101D}"/>
              </a:ext>
            </a:extLst>
          </p:cNvPr>
          <p:cNvSpPr/>
          <p:nvPr/>
        </p:nvSpPr>
        <p:spPr>
          <a:xfrm>
            <a:off x="3642360" y="3112474"/>
            <a:ext cx="121158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Jewel </a:t>
            </a:r>
            <a:r>
              <a:rPr lang="de-DE" sz="1400" dirty="0" err="1">
                <a:solidFill>
                  <a:schemeClr val="tx1"/>
                </a:solidFill>
              </a:rPr>
              <a:t>slot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F7EA884-06F5-EF65-8D8B-01DBE21708C3}"/>
              </a:ext>
            </a:extLst>
          </p:cNvPr>
          <p:cNvCxnSpPr>
            <a:cxnSpLocks/>
            <a:stCxn id="6" idx="0"/>
            <a:endCxn id="17" idx="2"/>
          </p:cNvCxnSpPr>
          <p:nvPr/>
        </p:nvCxnSpPr>
        <p:spPr>
          <a:xfrm flipV="1">
            <a:off x="3451860" y="1454190"/>
            <a:ext cx="0" cy="38645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A3B734E1-E903-5830-7E7D-3C24EBFE993D}"/>
              </a:ext>
            </a:extLst>
          </p:cNvPr>
          <p:cNvSpPr/>
          <p:nvPr/>
        </p:nvSpPr>
        <p:spPr>
          <a:xfrm>
            <a:off x="2712540" y="2005785"/>
            <a:ext cx="146955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517FCD6-7DE6-9C5B-7AAF-8D6F90BF4962}"/>
              </a:ext>
            </a:extLst>
          </p:cNvPr>
          <p:cNvSpPr/>
          <p:nvPr/>
        </p:nvSpPr>
        <p:spPr>
          <a:xfrm>
            <a:off x="3466920" y="2052645"/>
            <a:ext cx="624840" cy="61722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00E4BFB-1B12-B608-DE7B-3582E4EE3C9F}"/>
              </a:ext>
            </a:extLst>
          </p:cNvPr>
          <p:cNvSpPr/>
          <p:nvPr/>
        </p:nvSpPr>
        <p:spPr>
          <a:xfrm>
            <a:off x="6336030" y="1205190"/>
            <a:ext cx="624840" cy="617220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74E8DF5-0A1E-CE0D-3578-03C990518F33}"/>
              </a:ext>
            </a:extLst>
          </p:cNvPr>
          <p:cNvSpPr/>
          <p:nvPr/>
        </p:nvSpPr>
        <p:spPr>
          <a:xfrm>
            <a:off x="7162799" y="1174699"/>
            <a:ext cx="3992880" cy="678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Prefix</a:t>
            </a:r>
          </a:p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50 % (base) chance to create a random prefix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6257C4C7-1BFA-54E0-FC79-F0928DE5DF36}"/>
              </a:ext>
            </a:extLst>
          </p:cNvPr>
          <p:cNvSpPr/>
          <p:nvPr/>
        </p:nvSpPr>
        <p:spPr>
          <a:xfrm rot="19138279">
            <a:off x="6351270" y="1272420"/>
            <a:ext cx="358140" cy="213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583FA77-F3F5-9B5F-F154-35944111F927}"/>
              </a:ext>
            </a:extLst>
          </p:cNvPr>
          <p:cNvSpPr/>
          <p:nvPr/>
        </p:nvSpPr>
        <p:spPr>
          <a:xfrm>
            <a:off x="6336029" y="2002194"/>
            <a:ext cx="624840" cy="6172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428CE49-58A5-30EC-9F1A-16EA1D3B25E8}"/>
              </a:ext>
            </a:extLst>
          </p:cNvPr>
          <p:cNvSpPr/>
          <p:nvPr/>
        </p:nvSpPr>
        <p:spPr>
          <a:xfrm>
            <a:off x="7162799" y="1971692"/>
            <a:ext cx="3992880" cy="678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Suffix</a:t>
            </a:r>
          </a:p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50 % (base) chance to create a random Suffix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B523D44B-9C32-0CC9-2135-4128C12432BC}"/>
              </a:ext>
            </a:extLst>
          </p:cNvPr>
          <p:cNvSpPr/>
          <p:nvPr/>
        </p:nvSpPr>
        <p:spPr>
          <a:xfrm rot="19138279">
            <a:off x="6351269" y="2069424"/>
            <a:ext cx="358140" cy="213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Flussdiagramm: Verzweigung 55">
            <a:extLst>
              <a:ext uri="{FF2B5EF4-FFF2-40B4-BE49-F238E27FC236}">
                <a16:creationId xmlns:a16="http://schemas.microsoft.com/office/drawing/2014/main" id="{DEEBECCE-63AD-D7AC-FC26-7BDEEE8E03D2}"/>
              </a:ext>
            </a:extLst>
          </p:cNvPr>
          <p:cNvSpPr/>
          <p:nvPr/>
        </p:nvSpPr>
        <p:spPr>
          <a:xfrm>
            <a:off x="6326504" y="3720401"/>
            <a:ext cx="624840" cy="617220"/>
          </a:xfrm>
          <a:prstGeom prst="flowChartDecision">
            <a:avLst/>
          </a:prstGeom>
          <a:solidFill>
            <a:srgbClr val="C0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1C6BBBA-C464-A40A-6E10-2188192B2C06}"/>
              </a:ext>
            </a:extLst>
          </p:cNvPr>
          <p:cNvSpPr/>
          <p:nvPr/>
        </p:nvSpPr>
        <p:spPr>
          <a:xfrm rot="19138279">
            <a:off x="6349467" y="3886973"/>
            <a:ext cx="358140" cy="512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0908F253-9D19-ED06-79D9-52BC78451E56}"/>
              </a:ext>
            </a:extLst>
          </p:cNvPr>
          <p:cNvSpPr/>
          <p:nvPr/>
        </p:nvSpPr>
        <p:spPr>
          <a:xfrm>
            <a:off x="6873239" y="3710412"/>
            <a:ext cx="4282440" cy="678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Chance modifier</a:t>
            </a:r>
          </a:p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10 % more chance for coming / adjacent jewels to create a Strength Affix</a:t>
            </a:r>
          </a:p>
        </p:txBody>
      </p:sp>
      <p:sp>
        <p:nvSpPr>
          <p:cNvPr id="64" name="Flussdiagramm: Verzweigung 63">
            <a:extLst>
              <a:ext uri="{FF2B5EF4-FFF2-40B4-BE49-F238E27FC236}">
                <a16:creationId xmlns:a16="http://schemas.microsoft.com/office/drawing/2014/main" id="{2EA2EB12-E676-687E-65CD-117962E03A26}"/>
              </a:ext>
            </a:extLst>
          </p:cNvPr>
          <p:cNvSpPr/>
          <p:nvPr/>
        </p:nvSpPr>
        <p:spPr>
          <a:xfrm>
            <a:off x="6341744" y="4621390"/>
            <a:ext cx="624840" cy="617220"/>
          </a:xfrm>
          <a:prstGeom prst="flowChartDecisi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9DEB74FF-A598-5635-6572-45C1FCB6090A}"/>
              </a:ext>
            </a:extLst>
          </p:cNvPr>
          <p:cNvSpPr/>
          <p:nvPr/>
        </p:nvSpPr>
        <p:spPr>
          <a:xfrm rot="19138279">
            <a:off x="6364707" y="4787962"/>
            <a:ext cx="358140" cy="512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01C776E3-108C-F56D-DCC5-8F95B7BCEE3E}"/>
              </a:ext>
            </a:extLst>
          </p:cNvPr>
          <p:cNvSpPr/>
          <p:nvPr/>
        </p:nvSpPr>
        <p:spPr>
          <a:xfrm>
            <a:off x="6903719" y="4611401"/>
            <a:ext cx="4251960" cy="678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Chance modifier</a:t>
            </a:r>
          </a:p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10 % more chance for coming / adjacent jewels to create a </a:t>
            </a:r>
            <a:r>
              <a:rPr lang="en-GB" sz="1400" noProof="0" dirty="0" err="1">
                <a:solidFill>
                  <a:schemeClr val="tx1"/>
                </a:solidFill>
              </a:rPr>
              <a:t>Inelligence</a:t>
            </a:r>
            <a:r>
              <a:rPr lang="en-GB" sz="1400" noProof="0" dirty="0">
                <a:solidFill>
                  <a:schemeClr val="tx1"/>
                </a:solidFill>
              </a:rPr>
              <a:t> Affix</a:t>
            </a:r>
          </a:p>
        </p:txBody>
      </p:sp>
      <p:sp>
        <p:nvSpPr>
          <p:cNvPr id="67" name="Flussdiagramm: Verzweigung 66">
            <a:extLst>
              <a:ext uri="{FF2B5EF4-FFF2-40B4-BE49-F238E27FC236}">
                <a16:creationId xmlns:a16="http://schemas.microsoft.com/office/drawing/2014/main" id="{6912E08B-6E17-F9EF-BCA3-B73F331CF413}"/>
              </a:ext>
            </a:extLst>
          </p:cNvPr>
          <p:cNvSpPr/>
          <p:nvPr/>
        </p:nvSpPr>
        <p:spPr>
          <a:xfrm>
            <a:off x="6341744" y="5542965"/>
            <a:ext cx="624840" cy="617220"/>
          </a:xfrm>
          <a:prstGeom prst="flowChartDecision">
            <a:avLst/>
          </a:prstGeom>
          <a:solidFill>
            <a:srgbClr val="FFFF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F5B09BF4-C7E5-8B74-764C-22B883B6931D}"/>
              </a:ext>
            </a:extLst>
          </p:cNvPr>
          <p:cNvSpPr/>
          <p:nvPr/>
        </p:nvSpPr>
        <p:spPr>
          <a:xfrm rot="19138279">
            <a:off x="6364707" y="5709537"/>
            <a:ext cx="358140" cy="512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B40D1BC1-F1CA-63D9-19BA-8B0F110AD16E}"/>
              </a:ext>
            </a:extLst>
          </p:cNvPr>
          <p:cNvSpPr/>
          <p:nvPr/>
        </p:nvSpPr>
        <p:spPr>
          <a:xfrm>
            <a:off x="6903719" y="5532976"/>
            <a:ext cx="4251960" cy="678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Chance modifier</a:t>
            </a:r>
          </a:p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10 % more chance for coming / adjacent jewels to create a Dexterity Affix</a:t>
            </a:r>
          </a:p>
        </p:txBody>
      </p:sp>
      <p:sp>
        <p:nvSpPr>
          <p:cNvPr id="70" name="Flussdiagramm: Verzweigung 69">
            <a:extLst>
              <a:ext uri="{FF2B5EF4-FFF2-40B4-BE49-F238E27FC236}">
                <a16:creationId xmlns:a16="http://schemas.microsoft.com/office/drawing/2014/main" id="{736C907C-AADF-526D-4D91-4A53600EFDAA}"/>
              </a:ext>
            </a:extLst>
          </p:cNvPr>
          <p:cNvSpPr/>
          <p:nvPr/>
        </p:nvSpPr>
        <p:spPr>
          <a:xfrm>
            <a:off x="2750820" y="2052645"/>
            <a:ext cx="624840" cy="617220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642D64BD-F597-5AC1-D5F8-8226F1EF0324}"/>
              </a:ext>
            </a:extLst>
          </p:cNvPr>
          <p:cNvSpPr/>
          <p:nvPr/>
        </p:nvSpPr>
        <p:spPr>
          <a:xfrm>
            <a:off x="3900104" y="4280535"/>
            <a:ext cx="1211580" cy="464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Prism </a:t>
            </a:r>
            <a:r>
              <a:rPr lang="de-DE" sz="1400" dirty="0" err="1">
                <a:solidFill>
                  <a:schemeClr val="tx1"/>
                </a:solidFill>
              </a:rPr>
              <a:t>slot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C6B8FEC-C4E9-C5F1-FE14-770A4308E998}"/>
              </a:ext>
            </a:extLst>
          </p:cNvPr>
          <p:cNvSpPr/>
          <p:nvPr/>
        </p:nvSpPr>
        <p:spPr>
          <a:xfrm>
            <a:off x="2367915" y="3551010"/>
            <a:ext cx="2156460" cy="72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F1A2593-3A6A-4586-0CDD-5A474599D03C}"/>
              </a:ext>
            </a:extLst>
          </p:cNvPr>
          <p:cNvSpPr/>
          <p:nvPr/>
        </p:nvSpPr>
        <p:spPr>
          <a:xfrm>
            <a:off x="3122295" y="3597870"/>
            <a:ext cx="624840" cy="61722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3055BEB-F376-CEBE-4B4A-BC6E63D2FCE0}"/>
              </a:ext>
            </a:extLst>
          </p:cNvPr>
          <p:cNvCxnSpPr>
            <a:cxnSpLocks/>
          </p:cNvCxnSpPr>
          <p:nvPr/>
        </p:nvCxnSpPr>
        <p:spPr>
          <a:xfrm flipV="1">
            <a:off x="3509625" y="3422010"/>
            <a:ext cx="306090" cy="28765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Flussdiagramm: Verzweigung 70">
            <a:extLst>
              <a:ext uri="{FF2B5EF4-FFF2-40B4-BE49-F238E27FC236}">
                <a16:creationId xmlns:a16="http://schemas.microsoft.com/office/drawing/2014/main" id="{2353F45A-0C8D-DB02-6E2A-47845170D4BE}"/>
              </a:ext>
            </a:extLst>
          </p:cNvPr>
          <p:cNvSpPr/>
          <p:nvPr/>
        </p:nvSpPr>
        <p:spPr>
          <a:xfrm>
            <a:off x="2413635" y="3580920"/>
            <a:ext cx="624840" cy="617220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Flussdiagramm: Verzweigung 71">
            <a:extLst>
              <a:ext uri="{FF2B5EF4-FFF2-40B4-BE49-F238E27FC236}">
                <a16:creationId xmlns:a16="http://schemas.microsoft.com/office/drawing/2014/main" id="{B9EBC037-FDD2-7F76-617E-16391709EDA7}"/>
              </a:ext>
            </a:extLst>
          </p:cNvPr>
          <p:cNvSpPr/>
          <p:nvPr/>
        </p:nvSpPr>
        <p:spPr>
          <a:xfrm>
            <a:off x="3804855" y="3595410"/>
            <a:ext cx="624840" cy="617220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C42B04F0-8E78-5ABC-E68D-3E5F648C8802}"/>
              </a:ext>
            </a:extLst>
          </p:cNvPr>
          <p:cNvCxnSpPr>
            <a:cxnSpLocks/>
          </p:cNvCxnSpPr>
          <p:nvPr/>
        </p:nvCxnSpPr>
        <p:spPr>
          <a:xfrm>
            <a:off x="4140795" y="3976391"/>
            <a:ext cx="265470" cy="43127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180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SMS group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Kolpak, Felix (SMS group GmbH)</dc:creator>
  <cp:lastModifiedBy>Kolpak, Felix (SMS group GmbH)</cp:lastModifiedBy>
  <cp:revision>7</cp:revision>
  <dcterms:created xsi:type="dcterms:W3CDTF">2025-10-27T08:24:23Z</dcterms:created>
  <dcterms:modified xsi:type="dcterms:W3CDTF">2025-10-27T15:24:26Z</dcterms:modified>
</cp:coreProperties>
</file>